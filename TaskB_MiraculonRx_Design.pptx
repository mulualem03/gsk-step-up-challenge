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prescriber's tool for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precision medicine.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clinical decision support web app for Miraculon-B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· Design Thinking &amp; Prototype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x DigData Step Up Career Challenge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prescriber's dilemma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works — but not for everyone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nearly doubles tumour-shrinkage response — but </a:t>
            </a:r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rate of severe side effects from 13% to 18%</a:t>
            </a:r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A single blood biomarker — protein concentration — predicts both response AND adverse events:
</a:t>
            </a:r>
            <a:pPr indent="0" marL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protein  =  more response, fewer side effects
</a:t>
            </a:r>
            <a:pPr indent="0" marL="0">
              <a:buNone/>
            </a:pPr>
            <a:r>
              <a:rPr lang="en-US" sz="1600" b="1" dirty="0">
                <a:solidFill>
                  <a:srgbClr val="B0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protein  =  little response, many side effects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91640"/>
            <a:ext cx="73152" cy="13258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68680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patients with protein &lt; 80 ng/mL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200400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3200400"/>
            <a:ext cx="73152" cy="132588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337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+22pp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68680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gain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3794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Miraculon-B vs standard of care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4709160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709160"/>
            <a:ext cx="73152" cy="1325880"/>
          </a:xfrm>
          <a:prstGeom prst="rect">
            <a:avLst/>
          </a:prstGeom>
          <a:solidFill>
            <a:srgbClr val="B0322B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3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686800" y="4937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5303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patients with protein &gt; 140 ng/mL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 — Web App Design  •  GSK x DigData Step 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ten-minute consultation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 doctor needs in the moment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3716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oncologist seeing a new patient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Time-poor. Has the patient's bloods, weight, and history on screen. Needs to decide between Miraculon-B and standard of care today, then explain the choice.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46120"/>
            <a:ext cx="73152" cy="13716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JOB-TO-BE-DONE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benefit vs risk for THIS patient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textbook average — the specific person in front of them. The protein concentration changes everything, and a generic label doesn't capture that.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800600"/>
            <a:ext cx="73152" cy="137160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10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1846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gives an average, not a person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labels report average outcomes from the trial population. They don't show how a particular protein level shifts the recommendation. Doctors fill that gap manually — error-prone and slow.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 — Web App Design  •  GSK x DigData Step 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principles guided the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clinical UX research and the Phase-III trial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00" cy="12801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headline answer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240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colour-coded recommendation in the very first viewport: prescribe / consider / avoid.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486400" cy="12801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comparison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2240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claim Miraculon-B is best — let the doctor see the side-by-side vs standard of care.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486400" cy="12801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73736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biomarker is the hero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concentration drives the model and gets the most prominent control: a coloured slider.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5486400" cy="12801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2461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49808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not words alone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response %, AE %, and net benefit — all sourced from real trial subgroups.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5486400" cy="128016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663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73736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autopilot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5074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augments judgement: language is 'recommended' not 'prescribed'. Ownership stays with the doctor.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 — Web App Design  •  GSK x DigData Step Up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· Patient calculator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enters parameters, the verdict updates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pic>
        <p:nvPicPr>
          <p:cNvPr id="5" name="Image 0" descr="/home/claude/app_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691640"/>
            <a:ext cx="457200" cy="457200"/>
          </a:xfrm>
          <a:prstGeom prst="ellipse">
            <a:avLst/>
          </a:prstGeom>
          <a:solidFill>
            <a:srgbClr val="F36633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input panel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on the left: age, sex, weight, height, plus the protein slider.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80960" y="2651760"/>
            <a:ext cx="457200" cy="457200"/>
          </a:xfrm>
          <a:prstGeom prst="ellipse">
            <a:avLst/>
          </a:prstGeom>
          <a:solidFill>
            <a:srgbClr val="F36633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banner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3017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headline: green = recommend, amber = consider, red = avoid.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80960" y="3611880"/>
            <a:ext cx="457200" cy="457200"/>
          </a:xfrm>
          <a:prstGeom prst="ellipse">
            <a:avLst/>
          </a:prstGeom>
          <a:solidFill>
            <a:srgbClr val="F36633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outcomes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 cards — green for benefit, red for risk — with progress bars.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80960" y="4572000"/>
            <a:ext cx="457200" cy="457200"/>
          </a:xfrm>
          <a:prstGeom prst="ellipse">
            <a:avLst/>
          </a:prstGeom>
          <a:solidFill>
            <a:srgbClr val="F36633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vs. control across response, AE and net clinical benefit.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 — Web App Design  •  GSK x DigData Step Up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adapts to the patient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slider, three very different recommendations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20440" cy="13716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= 75 ng/mL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PRESCRIBE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recommended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Adverse-event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3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731520" y="5532120"/>
            <a:ext cx="3154680" cy="64008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532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benefit:  +100 pp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51960" y="1691640"/>
            <a:ext cx="3520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691640"/>
            <a:ext cx="3520440" cy="13716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= 110 ng/mL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PRESCRIBE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3484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recommended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35661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43484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Adverse-event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3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4434840" y="5532120"/>
            <a:ext cx="3154680" cy="64008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5532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benefit:  +69 pp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1691640"/>
            <a:ext cx="3520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1691640"/>
            <a:ext cx="3520440" cy="1371600"/>
          </a:xfrm>
          <a:prstGeom prst="rect">
            <a:avLst/>
          </a:prstGeom>
          <a:solidFill>
            <a:srgbClr val="B0322B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18745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= 165 ng/mL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2194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138160" y="2697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38160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8160" y="35661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8138160" y="4389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Adverse-event 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8160" y="46634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3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800" dirty="0"/>
          </a:p>
        </p:txBody>
      </p:sp>
      <p:sp>
        <p:nvSpPr>
          <p:cNvPr id="36" name="Shape 34"/>
          <p:cNvSpPr/>
          <p:nvPr/>
        </p:nvSpPr>
        <p:spPr>
          <a:xfrm>
            <a:off x="8138160" y="5532120"/>
            <a:ext cx="3154680" cy="64008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5532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benefit:  -33 pp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 — Web App Design  •  GSK x DigData Step Up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· Trial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behind every prediction — one click away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pic>
        <p:nvPicPr>
          <p:cNvPr id="5" name="Image 0" descr="/home/claude/ap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3152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554480"/>
            <a:ext cx="3520440" cy="484632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7" name="Text 4"/>
          <p:cNvSpPr/>
          <p:nvPr/>
        </p:nvSpPr>
        <p:spPr>
          <a:xfrm>
            <a:off x="82753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SCREEN MATTERS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75320" y="21945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should never trust a black-box recommendation.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screen exposes the trial behind the model:
</a:t>
            </a:r>
            <a:pPr indent="0" marL="0">
              <a:buNone/>
            </a:pPr>
            <a:r>
              <a:rPr lang="en-US" sz="13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— patients, duration, AUC
</a:t>
            </a:r>
            <a:pPr indent="0" marL="0">
              <a:buNone/>
            </a:pPr>
            <a:r>
              <a:rPr lang="en-US" sz="13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for response &amp; AE rates
</a:t>
            </a:r>
            <a:pPr indent="0" marL="0">
              <a:buNone/>
            </a:pPr>
            <a:r>
              <a:rPr lang="en-US" sz="1300" b="1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protein bucket table — the single most useful artifact for explaining the recommendation to a patient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 — Web App Design  •  GSK x DigData Step Up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prototype is — and where it's going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scope, ambitious about the path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48640" cy="54864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single-page web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Calculator, Trial Summary, About — all working in plain HTML/CSS/JS.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predicted % and comparison table update on every input change.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4087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Trial-derived numbers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come from binned subgroups in the actual Phase-III dataset.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" y="5047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colour-coded verdicts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394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(green) → consider (amber) → avoid (red), exposed via banner.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5212080" cy="45720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bins with calibrated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look-up tables to a real logistic regression.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with oncologists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wireframe with 5-10 prescribers and iterate.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4114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EHR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Auto-pull patient parameters from electronic health records.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5029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15200" y="5029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save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logged for clinical governance.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MiraculonRx — Web App Design  •  GSK x DigData Step Up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F366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F3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MiraculonRx </a:t>
            </a:r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puts the trial's predictive biomarker into the prescriber's hand — turning a one-size-fits-all label into a patient-specific recommendation in under five seconds.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3520440" cy="1188720"/>
          </a:xfrm>
          <a:prstGeom prst="rect">
            <a:avLst/>
          </a:prstGeom>
          <a:solidFill>
            <a:srgbClr val="1F2329"/>
          </a:solidFill>
          <a:ln w="12700">
            <a:solidFill>
              <a:srgbClr val="F36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tabs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· summary · about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4297680"/>
            <a:ext cx="3520440" cy="1188720"/>
          </a:xfrm>
          <a:prstGeom prst="rect">
            <a:avLst/>
          </a:prstGeom>
          <a:solidFill>
            <a:srgbClr val="1F2329"/>
          </a:solidFill>
          <a:ln w="12700">
            <a:solidFill>
              <a:srgbClr val="F366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colour-coded verdict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4297680"/>
            <a:ext cx="3520440" cy="1188720"/>
          </a:xfrm>
          <a:prstGeom prst="rect">
            <a:avLst/>
          </a:prstGeom>
          <a:solidFill>
            <a:srgbClr val="1F2329"/>
          </a:solidFill>
          <a:ln w="12700">
            <a:solidFill>
              <a:srgbClr val="F366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4389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768 pts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12480" y="4983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 evidence behind every screen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   ·   Open MiraculonRx_prototype.html to see the live tool.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MiraculonRx — Web App Design</dc:title>
  <dc:subject>PptxGenJS Presentation</dc:subject>
  <dc:creator>GSK Step Up Career Challenge</dc:creator>
  <cp:lastModifiedBy>GSK Step Up Career Challenge</cp:lastModifiedBy>
  <cp:revision>1</cp:revision>
  <dcterms:created xsi:type="dcterms:W3CDTF">2026-05-04T13:44:18Z</dcterms:created>
  <dcterms:modified xsi:type="dcterms:W3CDTF">2026-05-04T13:44:18Z</dcterms:modified>
</cp:coreProperties>
</file>